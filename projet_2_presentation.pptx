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ACF314-E873-0444-02DA-ECB807759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182891-4A52-77C0-06FD-88C081E12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E4F5DA-C938-EA51-F152-6E7A015E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A01374-319F-26BA-90E1-4B1D45B9B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CA196A-CC8B-8B5D-36FD-A4F5C1A1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972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468C2D-AB8E-F822-7C70-F60D93D3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E8C09F-3EBA-1DDC-BD31-CCB6BE222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5574E6-0787-6CF8-05FF-58AAB7CD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E91E3C-DD72-38B5-4886-94EDEEA2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A6A1B3-699C-A84E-2309-3F85AF7C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60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2035CD-B879-E952-74C4-0F3B2E80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D1BAC8-605A-9460-56AA-A8BDF1B89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B5D9BA-D633-13A1-B85C-08DFD799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608706-A980-4E80-F469-21442A6E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3FFE53-E7D5-3DE2-ACF6-5BD96577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106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F3204B-C184-0005-FF2B-192AD44D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FE7FBA-0A08-80CE-4093-78DD93646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DC28E2-8710-828C-2823-EC8457D65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6435F4-A9E9-663C-4D00-27F7D84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3D2714-B2BE-B7B7-2B01-512CB8D0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8EAF11-FCCA-7DCD-C968-89AA5444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8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CF246-08F6-01CF-32A6-F6287CD72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F5134B-C9FE-47EE-57C1-7E5CC0E68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46B9EB-5FE8-6E5D-FF24-C6A06CD6E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8E6280-CB1B-2C0A-7A3A-468531156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7C7FF3B-F450-DE62-A562-4872110B4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C5B6B0F-24CF-5522-772B-FCEB6178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8277738-CACC-0B87-FE8B-0C8E5E429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0058428-C03B-9C09-D9C1-7866B9E6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884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58890-16B3-AE33-EBD6-319CC4B8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3D6B387-F629-82D2-9E0D-62E9C00E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4A6322B-B6FB-204C-1CDA-35826784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06E870-ADA7-938D-B5D8-8F6177C4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958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7D620EA-663A-1855-834F-075FD892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9319FB2-DD19-4FFD-4901-B6D64C987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DA2E6A-9B7A-3623-F326-75E49208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4222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782817-D210-F168-C975-02BBD3832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A1478F-8CB5-0453-C966-A8605F17A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41CD83-E8BE-327A-7047-AE086B029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A8E28B-43F1-83DF-7AA7-D838AECF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7E6D8E-C43F-C7A8-C28C-C25F586E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322C7D-E458-9628-F1BF-A12E1CFE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39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9583B-86FA-940B-6BB2-2663E766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53A037D-F8E1-611C-DBD6-3EC9B0681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804309-891C-8FCE-F39D-D544CDDAF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64CCAA-B10A-E706-66B5-43362A98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14611E-E6E6-D6AA-5054-755B8967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43FE81-C79B-0381-9E94-7427F1E0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54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B5C0B4-CA2A-26F5-C65E-DE5B1741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B9B6104-B15B-1F1E-4084-EFEC54A16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DBA7AD-196D-0181-58DD-878670DD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7B777E-1986-275C-BB63-8717BFACE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3ADD23-69F3-75C6-DC24-1D7B4FC1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20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608CDD6-ACEF-46B4-5A06-479400281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F49896-9CA7-B57C-AF36-C7E14CDD8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F851F7-E44C-9974-574F-7F653730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C3B7BA-2481-C12A-E56F-9C7AA27B0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FEC1C8-954B-5C52-9D0C-C1396B7C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27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53FF0B-4647-F92F-AD4B-5350FBBDF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FF49CC-7EE9-6D36-57C2-20C5E7EE3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1660D8-D824-AEFC-08DB-836A7B18C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4A8CF-BA94-4F00-81E0-7D4863FA09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B2723E-1873-DACC-0F22-47751B07C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257323-C7EA-730E-3969-44C1769DF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D0B-BBDF-43C7-A5A7-832E3C3B3F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86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F127957-EEF1-53AE-BD21-8FF702EDAE63}"/>
              </a:ext>
            </a:extLst>
          </p:cNvPr>
          <p:cNvSpPr txBox="1"/>
          <p:nvPr/>
        </p:nvSpPr>
        <p:spPr>
          <a:xfrm>
            <a:off x="495300" y="923925"/>
            <a:ext cx="824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contexte de la mission</a:t>
            </a:r>
          </a:p>
          <a:p>
            <a:r>
              <a:rPr lang="fr-FR" dirty="0"/>
              <a:t>Mon rôle</a:t>
            </a:r>
          </a:p>
        </p:txBody>
      </p:sp>
    </p:spTree>
    <p:extLst>
      <p:ext uri="{BB962C8B-B14F-4D97-AF65-F5344CB8AC3E}">
        <p14:creationId xmlns:p14="http://schemas.microsoft.com/office/powerpoint/2010/main" val="383531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453481-B7E3-5FAF-F807-A7874A6F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BC9528-3CD0-E101-17E0-9DCDCC6EE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Présentation du jeu de données</a:t>
            </a:r>
          </a:p>
          <a:p>
            <a:r>
              <a:rPr lang="fr-FR" dirty="0"/>
              <a:t>Donnez les ordres de grandeur initiaux</a:t>
            </a:r>
          </a:p>
        </p:txBody>
      </p:sp>
    </p:spTree>
    <p:extLst>
      <p:ext uri="{BB962C8B-B14F-4D97-AF65-F5344CB8AC3E}">
        <p14:creationId xmlns:p14="http://schemas.microsoft.com/office/powerpoint/2010/main" val="474584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BF2212-CA29-C1C8-6E88-C6F92BB1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2B4CFB-342D-8563-F775-7503279C6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Méthodologie : expliquez les choix de nettoyage, le traitement de valeurs manquantes, filtre géopolitique</a:t>
            </a:r>
          </a:p>
        </p:txBody>
      </p:sp>
    </p:spTree>
    <p:extLst>
      <p:ext uri="{BB962C8B-B14F-4D97-AF65-F5344CB8AC3E}">
        <p14:creationId xmlns:p14="http://schemas.microsoft.com/office/powerpoint/2010/main" val="307140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A85B51-1F5D-4030-D6B2-21DCB443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3998BB-CFCD-A184-E396-BD1EE6B63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sélection des indicateurs clés avec leur sens métier.</a:t>
            </a:r>
          </a:p>
          <a:p>
            <a:r>
              <a:rPr lang="fr-FR" dirty="0"/>
              <a:t>Explication de l ’élimination des indicateurs redondants via la matrice de corrélation</a:t>
            </a:r>
          </a:p>
        </p:txBody>
      </p:sp>
    </p:spTree>
    <p:extLst>
      <p:ext uri="{BB962C8B-B14F-4D97-AF65-F5344CB8AC3E}">
        <p14:creationId xmlns:p14="http://schemas.microsoft.com/office/powerpoint/2010/main" val="256740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257814-CC18-A107-2E4F-6823D8E0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49099E-147D-0764-158E-0E8648E2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L'état des lieux (Analyse Exploratoire) :</a:t>
            </a:r>
            <a:r>
              <a:rPr lang="fr-FR" dirty="0"/>
              <a:t> Montrez un de vos graphiques de distribution (ex: le taux d'accès à Internet) pour prouver que les 16 pays restants sont technologiquement prêts.</a:t>
            </a:r>
          </a:p>
        </p:txBody>
      </p:sp>
    </p:spTree>
    <p:extLst>
      <p:ext uri="{BB962C8B-B14F-4D97-AF65-F5344CB8AC3E}">
        <p14:creationId xmlns:p14="http://schemas.microsoft.com/office/powerpoint/2010/main" val="321384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BD71A3-FE35-2F69-0FE4-E71ED9B00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558E6D-490D-8438-A2B9-D8F58820B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La Matrice Stratégique (Le point d'orgue) :</a:t>
            </a:r>
            <a:r>
              <a:rPr lang="fr-FR" dirty="0"/>
              <a:t> Affichez votre fameux graphique "Internet vs Inscription" ou votre </a:t>
            </a:r>
            <a:r>
              <a:rPr lang="fr-FR" dirty="0" err="1"/>
              <a:t>Scatterplot</a:t>
            </a:r>
            <a:r>
              <a:rPr lang="fr-FR" dirty="0"/>
              <a:t> logarithmique. C'est le moment de montrer visuellement les "Marchés Massifs &amp; Matures".</a:t>
            </a:r>
          </a:p>
        </p:txBody>
      </p:sp>
    </p:spTree>
    <p:extLst>
      <p:ext uri="{BB962C8B-B14F-4D97-AF65-F5344CB8AC3E}">
        <p14:creationId xmlns:p14="http://schemas.microsoft.com/office/powerpoint/2010/main" val="335744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0F1D5-113F-90C3-19FC-AFFCA58D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9A0C71-5BEC-FDF3-3A8E-9497F8D3F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Recommandation finale : tableau du top 5</a:t>
            </a:r>
          </a:p>
        </p:txBody>
      </p:sp>
    </p:spTree>
    <p:extLst>
      <p:ext uri="{BB962C8B-B14F-4D97-AF65-F5344CB8AC3E}">
        <p14:creationId xmlns:p14="http://schemas.microsoft.com/office/powerpoint/2010/main" val="200775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A45CB6-5BD0-734C-0E4A-785774BB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BC7BCA-AAC9-EF0F-D84E-4DF98361A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dirty="0"/>
              <a:t>Pertinence et limite de données </a:t>
            </a:r>
          </a:p>
          <a:p>
            <a:r>
              <a:rPr lang="fr-FR" b="1" dirty="0"/>
              <a:t>Ce qui est pertinent :</a:t>
            </a:r>
            <a:r>
              <a:rPr lang="fr-FR" dirty="0"/>
              <a:t> Les données de la Banque Mondiale sont excellentes pour une approche macro-économique. Elles permettent de valider la taille d'un marché, le niveau de richesse et l'infrastructure technique globale avec une grande fiabilité.</a:t>
            </a:r>
          </a:p>
          <a:p>
            <a:r>
              <a:rPr lang="fr-FR" b="1" dirty="0"/>
              <a:t>Les limites (ce qu'il manque pour </a:t>
            </a:r>
            <a:r>
              <a:rPr lang="fr-FR" b="1" dirty="0" err="1"/>
              <a:t>Academy</a:t>
            </a:r>
            <a:r>
              <a:rPr lang="fr-FR" b="1" dirty="0"/>
              <a:t>) :</a:t>
            </a:r>
            <a:r>
              <a:rPr lang="fr-FR" dirty="0"/>
              <a:t> Les données s'arrêtent souvent à l'échelle du pays entier. Pour une startup </a:t>
            </a:r>
            <a:r>
              <a:rPr lang="fr-FR" dirty="0" err="1"/>
              <a:t>EdTech</a:t>
            </a:r>
            <a:r>
              <a:rPr lang="fr-FR" dirty="0"/>
              <a:t>, il manque des données plus fines : le prix moyen d'un abonnement internet dans le pays, l'équipement en smartphones vs ordinateurs (qui était souvent manquant), ou encore le taux de pénétration spécifique de l'apprentissage en ligne (e-learning) par rapport à l'éducation classique.</a:t>
            </a:r>
          </a:p>
        </p:txBody>
      </p:sp>
    </p:spTree>
    <p:extLst>
      <p:ext uri="{BB962C8B-B14F-4D97-AF65-F5344CB8AC3E}">
        <p14:creationId xmlns:p14="http://schemas.microsoft.com/office/powerpoint/2010/main" val="2553339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E53EF6-2DFD-8992-1920-26FC5ED81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A038E9-C904-B7AB-B783-494BBD14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La conclusion (Next </a:t>
            </a:r>
            <a:r>
              <a:rPr lang="fr-FR" b="1" dirty="0" err="1"/>
              <a:t>steps</a:t>
            </a:r>
            <a:r>
              <a:rPr lang="fr-FR" b="1"/>
              <a:t>) :</a:t>
            </a:r>
            <a:r>
              <a:rPr lang="fr-FR"/>
              <a:t> Recommandez à Mark de lancer une étude de marché ciblée (ou des tests publicitaires A/B) uniquement sur le Top 3 que vous avez identifié, pour récolter de la donnée "terrain".</a:t>
            </a:r>
          </a:p>
        </p:txBody>
      </p:sp>
    </p:spTree>
    <p:extLst>
      <p:ext uri="{BB962C8B-B14F-4D97-AF65-F5344CB8AC3E}">
        <p14:creationId xmlns:p14="http://schemas.microsoft.com/office/powerpoint/2010/main" val="23997987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296</Words>
  <Application>Microsoft Office PowerPoint</Application>
  <PresentationFormat>Grand écran</PresentationFormat>
  <Paragraphs>14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Peggy Souttre</dc:creator>
  <cp:lastModifiedBy>Peggy Souttre</cp:lastModifiedBy>
  <cp:revision>2</cp:revision>
  <dcterms:created xsi:type="dcterms:W3CDTF">2026-09-11T14:13:47Z</dcterms:created>
  <dcterms:modified xsi:type="dcterms:W3CDTF">2026-09-11T14:28:37Z</dcterms:modified>
</cp:coreProperties>
</file>